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61" r:id="rId6"/>
    <p:sldId id="260" r:id="rId7"/>
    <p:sldId id="258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FD10CDED-A6DE-768E-BE44-83E8483BB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Subtítol 2">
            <a:extLst>
              <a:ext uri="{FF2B5EF4-FFF2-40B4-BE49-F238E27FC236}">
                <a16:creationId xmlns:a16="http://schemas.microsoft.com/office/drawing/2014/main" id="{C0F573A5-D37E-3E81-2030-413A9B1A7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a-ES"/>
              <a:t>Feu clic aquí per editar l'estil de subtítols del patró</a:t>
            </a:r>
            <a:endParaRPr lang="es-ES"/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FB24403D-8647-7CC3-CA41-F8ECC814F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B563E-0AFD-4C60-9779-5106FCC84CAA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98F147C3-14A1-A03E-FD6A-6E8E69902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277F2DD7-9DBC-570B-E15D-2B1BCD585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10F7F-FB17-4DD3-B9C7-2A04A71BAED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5101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ol i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F9F491FC-1EA0-15B9-71AB-CE193020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CD1291F6-6286-5BA6-B99B-B1A87AF31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7A673C79-CBE7-CF74-B0A0-684D3B558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B563E-0AFD-4C60-9779-5106FCC84CAA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335038A3-078E-4694-08A6-F638104BD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91FD3CCB-FF52-A105-C60E-F5935FFA5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10F7F-FB17-4DD3-B9C7-2A04A71BAED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2026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pçalera de la sec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6425A236-30F6-81C6-D95A-12682DA23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text 2">
            <a:extLst>
              <a:ext uri="{FF2B5EF4-FFF2-40B4-BE49-F238E27FC236}">
                <a16:creationId xmlns:a16="http://schemas.microsoft.com/office/drawing/2014/main" id="{6664E1C5-36E1-6CAD-059C-924D1F9A7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3AC42D41-245A-1907-E896-429EF5710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B563E-0AFD-4C60-9779-5106FCC84CAA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53CDB54C-9DFD-34BE-AE4F-BE382A264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CA94E56B-5CEA-5B98-5AE8-202C9E32B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10F7F-FB17-4DD3-B9C7-2A04A71BAED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9945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F8B402A9-BE43-5E23-50FA-F51897AD0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AFDA8055-A5FF-078A-92DD-930EAFEE0A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4" name="Contenidor de contingut 3">
            <a:extLst>
              <a:ext uri="{FF2B5EF4-FFF2-40B4-BE49-F238E27FC236}">
                <a16:creationId xmlns:a16="http://schemas.microsoft.com/office/drawing/2014/main" id="{8A7DDFFE-82BD-A4A8-9DC5-DDC6E7E05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5" name="Contenidor de data 4">
            <a:extLst>
              <a:ext uri="{FF2B5EF4-FFF2-40B4-BE49-F238E27FC236}">
                <a16:creationId xmlns:a16="http://schemas.microsoft.com/office/drawing/2014/main" id="{559094AE-8457-3F12-4EFE-FD78C7043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B563E-0AFD-4C60-9779-5106FCC84CAA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6" name="Contenidor de peu de pàgina 5">
            <a:extLst>
              <a:ext uri="{FF2B5EF4-FFF2-40B4-BE49-F238E27FC236}">
                <a16:creationId xmlns:a16="http://schemas.microsoft.com/office/drawing/2014/main" id="{979084A2-7AF3-B40E-FE30-CB7D28640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Contenidor de número de diapositiva 6">
            <a:extLst>
              <a:ext uri="{FF2B5EF4-FFF2-40B4-BE49-F238E27FC236}">
                <a16:creationId xmlns:a16="http://schemas.microsoft.com/office/drawing/2014/main" id="{8EA97533-900B-244B-1A9B-4BF458F33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10F7F-FB17-4DD3-B9C7-2A04A71BAED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0901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4D3EED3B-4A60-F497-7521-7BCF0C78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text 2">
            <a:extLst>
              <a:ext uri="{FF2B5EF4-FFF2-40B4-BE49-F238E27FC236}">
                <a16:creationId xmlns:a16="http://schemas.microsoft.com/office/drawing/2014/main" id="{01724B15-AEF0-B27A-61D4-C476D2304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4" name="Contenidor de contingut 3">
            <a:extLst>
              <a:ext uri="{FF2B5EF4-FFF2-40B4-BE49-F238E27FC236}">
                <a16:creationId xmlns:a16="http://schemas.microsoft.com/office/drawing/2014/main" id="{D7802BBF-F537-339D-FB33-1D925DC7C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5" name="Contenidor de text 4">
            <a:extLst>
              <a:ext uri="{FF2B5EF4-FFF2-40B4-BE49-F238E27FC236}">
                <a16:creationId xmlns:a16="http://schemas.microsoft.com/office/drawing/2014/main" id="{8929EEEE-FBFF-4CB8-89B0-7000B831B6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6" name="Contenidor de contingut 5">
            <a:extLst>
              <a:ext uri="{FF2B5EF4-FFF2-40B4-BE49-F238E27FC236}">
                <a16:creationId xmlns:a16="http://schemas.microsoft.com/office/drawing/2014/main" id="{AAAA31BB-7990-2E49-5475-2ECFE729A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7" name="Contenidor de data 6">
            <a:extLst>
              <a:ext uri="{FF2B5EF4-FFF2-40B4-BE49-F238E27FC236}">
                <a16:creationId xmlns:a16="http://schemas.microsoft.com/office/drawing/2014/main" id="{25D8E893-EAB3-B361-7EF8-83F8A4278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B563E-0AFD-4C60-9779-5106FCC84CAA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8" name="Contenidor de peu de pàgina 7">
            <a:extLst>
              <a:ext uri="{FF2B5EF4-FFF2-40B4-BE49-F238E27FC236}">
                <a16:creationId xmlns:a16="http://schemas.microsoft.com/office/drawing/2014/main" id="{D892D6E6-3B0F-61FB-A99D-E03D29431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Contenidor de número de diapositiva 8">
            <a:extLst>
              <a:ext uri="{FF2B5EF4-FFF2-40B4-BE49-F238E27FC236}">
                <a16:creationId xmlns:a16="http://schemas.microsoft.com/office/drawing/2014/main" id="{20A69514-F9F7-FF5F-81D9-7FFB5A889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10F7F-FB17-4DD3-B9C7-2A04A71BAED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4281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omés 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4FCE0854-CB42-F4BB-359A-4BEFE44B0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data 2">
            <a:extLst>
              <a:ext uri="{FF2B5EF4-FFF2-40B4-BE49-F238E27FC236}">
                <a16:creationId xmlns:a16="http://schemas.microsoft.com/office/drawing/2014/main" id="{4DA4E3B1-535F-CBAD-55F0-692E03967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B563E-0AFD-4C60-9779-5106FCC84CAA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4" name="Contenidor de peu de pàgina 3">
            <a:extLst>
              <a:ext uri="{FF2B5EF4-FFF2-40B4-BE49-F238E27FC236}">
                <a16:creationId xmlns:a16="http://schemas.microsoft.com/office/drawing/2014/main" id="{30240BC6-FC8E-D5AE-4212-B33070B03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Contenidor de número de diapositiva 4">
            <a:extLst>
              <a:ext uri="{FF2B5EF4-FFF2-40B4-BE49-F238E27FC236}">
                <a16:creationId xmlns:a16="http://schemas.microsoft.com/office/drawing/2014/main" id="{383FFC8E-9F21-046F-5905-2B9832BFA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10F7F-FB17-4DD3-B9C7-2A04A71BAED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0098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data 1">
            <a:extLst>
              <a:ext uri="{FF2B5EF4-FFF2-40B4-BE49-F238E27FC236}">
                <a16:creationId xmlns:a16="http://schemas.microsoft.com/office/drawing/2014/main" id="{DB2E9EB7-BB72-DD40-C22D-2A1BD19E0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B563E-0AFD-4C60-9779-5106FCC84CAA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3" name="Contenidor de peu de pàgina 2">
            <a:extLst>
              <a:ext uri="{FF2B5EF4-FFF2-40B4-BE49-F238E27FC236}">
                <a16:creationId xmlns:a16="http://schemas.microsoft.com/office/drawing/2014/main" id="{AEBF994A-3BBB-6655-AD92-7215A0EF7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Contenidor de número de diapositiva 3">
            <a:extLst>
              <a:ext uri="{FF2B5EF4-FFF2-40B4-BE49-F238E27FC236}">
                <a16:creationId xmlns:a16="http://schemas.microsoft.com/office/drawing/2014/main" id="{B050884A-A8D7-C425-2EFE-0108B964D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10F7F-FB17-4DD3-B9C7-2A04A71BAED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1866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ingut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5529A913-D7EA-0FD8-8697-1F2860156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96F92FEF-8AFB-7594-CCC3-91E479750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1D2DFB07-62A7-4C83-469E-BE9DD8319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5" name="Contenidor de data 4">
            <a:extLst>
              <a:ext uri="{FF2B5EF4-FFF2-40B4-BE49-F238E27FC236}">
                <a16:creationId xmlns:a16="http://schemas.microsoft.com/office/drawing/2014/main" id="{E13E5767-2DC9-D2E7-692D-07D3C306F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B563E-0AFD-4C60-9779-5106FCC84CAA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6" name="Contenidor de peu de pàgina 5">
            <a:extLst>
              <a:ext uri="{FF2B5EF4-FFF2-40B4-BE49-F238E27FC236}">
                <a16:creationId xmlns:a16="http://schemas.microsoft.com/office/drawing/2014/main" id="{E24BCB15-4DEC-AB6A-0142-9304D68A8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Contenidor de número de diapositiva 6">
            <a:extLst>
              <a:ext uri="{FF2B5EF4-FFF2-40B4-BE49-F238E27FC236}">
                <a16:creationId xmlns:a16="http://schemas.microsoft.com/office/drawing/2014/main" id="{1DDEFF30-E8AD-2F6A-DBED-46BFEE75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10F7F-FB17-4DD3-B9C7-2A04A71BAED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861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tge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F53F4CCE-D72C-0EB4-8899-593280C8D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'imatge 2">
            <a:extLst>
              <a:ext uri="{FF2B5EF4-FFF2-40B4-BE49-F238E27FC236}">
                <a16:creationId xmlns:a16="http://schemas.microsoft.com/office/drawing/2014/main" id="{E9A87779-FB78-2398-2F5A-8505ADF6CF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DAFC5146-B0DC-6E7E-7512-BDC29D1AD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5" name="Contenidor de data 4">
            <a:extLst>
              <a:ext uri="{FF2B5EF4-FFF2-40B4-BE49-F238E27FC236}">
                <a16:creationId xmlns:a16="http://schemas.microsoft.com/office/drawing/2014/main" id="{39C8ED55-B86D-D885-F470-480D2D5CD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B563E-0AFD-4C60-9779-5106FCC84CAA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6" name="Contenidor de peu de pàgina 5">
            <a:extLst>
              <a:ext uri="{FF2B5EF4-FFF2-40B4-BE49-F238E27FC236}">
                <a16:creationId xmlns:a16="http://schemas.microsoft.com/office/drawing/2014/main" id="{53D78B26-6231-D8E4-39ED-ABCF356B9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Contenidor de número de diapositiva 6">
            <a:extLst>
              <a:ext uri="{FF2B5EF4-FFF2-40B4-BE49-F238E27FC236}">
                <a16:creationId xmlns:a16="http://schemas.microsoft.com/office/drawing/2014/main" id="{C53F7E90-2B2A-B293-863D-D6B11904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10F7F-FB17-4DD3-B9C7-2A04A71BAED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3043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ol i tex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D6EEF018-CFA1-20D5-5B47-68A68A9C7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text vertical 2">
            <a:extLst>
              <a:ext uri="{FF2B5EF4-FFF2-40B4-BE49-F238E27FC236}">
                <a16:creationId xmlns:a16="http://schemas.microsoft.com/office/drawing/2014/main" id="{6C884A0F-D370-D81D-449C-E79543E75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499E8CF6-01EC-70FC-4DF0-C74F5D3B3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B563E-0AFD-4C60-9779-5106FCC84CAA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A1DBDE2A-0F4B-C00D-6063-A26971EF5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3A18AFB1-93E1-0B1E-C7C7-8A641E872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10F7F-FB17-4DD3-B9C7-2A04A71BAED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7731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ol vertical 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vertical 1">
            <a:extLst>
              <a:ext uri="{FF2B5EF4-FFF2-40B4-BE49-F238E27FC236}">
                <a16:creationId xmlns:a16="http://schemas.microsoft.com/office/drawing/2014/main" id="{DC1E4869-9CC0-BB49-2612-20809D6C26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text vertical 2">
            <a:extLst>
              <a:ext uri="{FF2B5EF4-FFF2-40B4-BE49-F238E27FC236}">
                <a16:creationId xmlns:a16="http://schemas.microsoft.com/office/drawing/2014/main" id="{79226AE2-DF0D-4E70-19D7-B493A6435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89D3EFA1-7313-29B0-6D7E-23BEDBD71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B563E-0AFD-4C60-9779-5106FCC84CAA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41A282BE-9ED0-D5BB-995F-EA850DBFE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294C1144-B0F6-08AF-DA7F-C4C917CB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10F7F-FB17-4DD3-B9C7-2A04A71BAED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679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títol 1">
            <a:extLst>
              <a:ext uri="{FF2B5EF4-FFF2-40B4-BE49-F238E27FC236}">
                <a16:creationId xmlns:a16="http://schemas.microsoft.com/office/drawing/2014/main" id="{FE2C8E89-6E5B-E58B-2E93-728734541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text 2">
            <a:extLst>
              <a:ext uri="{FF2B5EF4-FFF2-40B4-BE49-F238E27FC236}">
                <a16:creationId xmlns:a16="http://schemas.microsoft.com/office/drawing/2014/main" id="{57C75000-8092-E27E-8DB3-BB1041D2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6F47F37E-1AD9-0C31-F338-D4CD876158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B563E-0AFD-4C60-9779-5106FCC84CAA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A4ED4F47-7F9B-72E2-F63C-8A9B47F46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F93E05E9-7490-60E6-E58A-DCDBDFB79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10F7F-FB17-4DD3-B9C7-2A04A71BAED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966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F9C719E3-A7CD-1E5F-6008-32D38916AB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ol 2">
            <a:extLst>
              <a:ext uri="{FF2B5EF4-FFF2-40B4-BE49-F238E27FC236}">
                <a16:creationId xmlns:a16="http://schemas.microsoft.com/office/drawing/2014/main" id="{EEB6A67D-4FD2-7EFE-5BBF-F69F2FF0A4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tge 4">
            <a:extLst>
              <a:ext uri="{FF2B5EF4-FFF2-40B4-BE49-F238E27FC236}">
                <a16:creationId xmlns:a16="http://schemas.microsoft.com/office/drawing/2014/main" id="{98EB3A58-1D4D-DD87-A78B-20E3A5046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34" y="0"/>
            <a:ext cx="100147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749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3545F737-D9AB-0C3A-12AD-4DA370E5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7D26834D-C28F-D9DD-AE35-270AB5CD2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tge 4">
            <a:extLst>
              <a:ext uri="{FF2B5EF4-FFF2-40B4-BE49-F238E27FC236}">
                <a16:creationId xmlns:a16="http://schemas.microsoft.com/office/drawing/2014/main" id="{F19005B6-449A-DFDC-D9DF-233AB39E1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774" y="0"/>
            <a:ext cx="98004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708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0FBB964C-7620-FB41-CB9E-102538B93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93F04971-FF5C-6D42-836E-401F63D85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tge 4">
            <a:extLst>
              <a:ext uri="{FF2B5EF4-FFF2-40B4-BE49-F238E27FC236}">
                <a16:creationId xmlns:a16="http://schemas.microsoft.com/office/drawing/2014/main" id="{9A5EA6E4-BBFB-07FF-2B51-505E190CA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80" y="0"/>
            <a:ext cx="9957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679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C30F0B2D-CC1A-8C62-F2DC-3A4630288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71D4A9F7-EC4A-728B-76C7-54A6835BB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tge 4">
            <a:extLst>
              <a:ext uri="{FF2B5EF4-FFF2-40B4-BE49-F238E27FC236}">
                <a16:creationId xmlns:a16="http://schemas.microsoft.com/office/drawing/2014/main" id="{DBC40386-512A-95D4-38CE-EB9F3768F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85" y="0"/>
            <a:ext cx="98758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421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3B3E2D60-3807-3756-1A48-8378ABE1C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2B2F5D93-CBCF-1DCB-B4FD-37C2DDE2D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tge 4">
            <a:extLst>
              <a:ext uri="{FF2B5EF4-FFF2-40B4-BE49-F238E27FC236}">
                <a16:creationId xmlns:a16="http://schemas.microsoft.com/office/drawing/2014/main" id="{0D545372-0009-BF2D-ED7D-2F0B376FE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78" y="0"/>
            <a:ext cx="98886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747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CC12FD30-CEC7-66C2-173B-83C5D7B75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F223505D-56E5-1CED-5624-EBDC5F630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tge 4">
            <a:extLst>
              <a:ext uri="{FF2B5EF4-FFF2-40B4-BE49-F238E27FC236}">
                <a16:creationId xmlns:a16="http://schemas.microsoft.com/office/drawing/2014/main" id="{AAD8FD47-394E-63B1-8E8B-A22498F4A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237" y="0"/>
            <a:ext cx="98215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61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EC2BC494-D397-8090-70F4-180481A1F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9DA9C944-A544-B367-41A8-5868E44E5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tge 4">
            <a:extLst>
              <a:ext uri="{FF2B5EF4-FFF2-40B4-BE49-F238E27FC236}">
                <a16:creationId xmlns:a16="http://schemas.microsoft.com/office/drawing/2014/main" id="{1BD43F4B-66BD-466D-926A-307AF63CC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842" y="0"/>
            <a:ext cx="98303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95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F5A650A9-CD79-8B51-5799-D66465D5F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640901CF-2F50-C8F4-0E23-F4E6F7303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tge 4">
            <a:extLst>
              <a:ext uri="{FF2B5EF4-FFF2-40B4-BE49-F238E27FC236}">
                <a16:creationId xmlns:a16="http://schemas.microsoft.com/office/drawing/2014/main" id="{2C9D6039-9631-E59D-6D49-0A33CBDF2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551" y="0"/>
            <a:ext cx="98748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60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5B63E308-080E-9227-C2F1-3561B986F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EC699BDE-F646-C274-6EF3-EA98C6498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tge 4">
            <a:extLst>
              <a:ext uri="{FF2B5EF4-FFF2-40B4-BE49-F238E27FC236}">
                <a16:creationId xmlns:a16="http://schemas.microsoft.com/office/drawing/2014/main" id="{23FE3658-5233-668B-BE28-3934BAA39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804" y="0"/>
            <a:ext cx="9746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432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4CE03ADF-1142-9D15-9A1A-48D5F4F9E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661BCE5D-BBCF-07F1-9F4C-B70530052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tge 4">
            <a:extLst>
              <a:ext uri="{FF2B5EF4-FFF2-40B4-BE49-F238E27FC236}">
                <a16:creationId xmlns:a16="http://schemas.microsoft.com/office/drawing/2014/main" id="{C914900F-07E3-CCE1-A1DF-6619F2612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019" y="0"/>
            <a:ext cx="98739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338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2AF92996-F27A-38A5-1F37-2714923E4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CA6641B1-2D1C-3F2E-E076-A5AF9AB03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tge 4">
            <a:extLst>
              <a:ext uri="{FF2B5EF4-FFF2-40B4-BE49-F238E27FC236}">
                <a16:creationId xmlns:a16="http://schemas.microsoft.com/office/drawing/2014/main" id="{97A53684-BA2F-FDF5-78AC-AC7EF146A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03" y="0"/>
            <a:ext cx="100061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668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C8578FDB-4DB8-85A3-6C55-BF70A88E1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385AB5B2-D056-BE1D-14F4-CB64B781B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tge 4">
            <a:extLst>
              <a:ext uri="{FF2B5EF4-FFF2-40B4-BE49-F238E27FC236}">
                <a16:creationId xmlns:a16="http://schemas.microsoft.com/office/drawing/2014/main" id="{15021E64-59B4-3823-B2E4-4EDD5F858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666" y="0"/>
            <a:ext cx="97386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95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32AB25C3-89D4-2CFF-8E68-FD23D0F09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236B5BA3-D0E0-FA58-1A12-B0EFF9EBF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tge 4">
            <a:extLst>
              <a:ext uri="{FF2B5EF4-FFF2-40B4-BE49-F238E27FC236}">
                <a16:creationId xmlns:a16="http://schemas.microsoft.com/office/drawing/2014/main" id="{0062CD9B-8B8F-D771-1D08-967F3E8CA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06" y="0"/>
            <a:ext cx="100335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080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567E4A14-15D4-B0EA-3613-B6CCD033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A142392C-2A5A-1563-D52A-62FB20B5E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tge 4">
            <a:extLst>
              <a:ext uri="{FF2B5EF4-FFF2-40B4-BE49-F238E27FC236}">
                <a16:creationId xmlns:a16="http://schemas.microsoft.com/office/drawing/2014/main" id="{B158FC62-2362-581C-C270-4D84A9A70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7" y="0"/>
            <a:ext cx="97662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312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BC2AF284-A541-5675-19F4-8E449B320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9CCE573C-C737-B357-715A-5EE4360B7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92437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l'Office">
  <a:themeElements>
    <a:clrScheme name="Ofici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ici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Pantalla panoràmica</PresentationFormat>
  <Paragraphs>0</Paragraphs>
  <Slides>15</Slides>
  <Notes>0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3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de l'Office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 del PowerPoint</dc:title>
  <dc:creator>Damià Martínez</dc:creator>
  <cp:lastModifiedBy>Damià Martínez</cp:lastModifiedBy>
  <cp:revision>1</cp:revision>
  <dcterms:created xsi:type="dcterms:W3CDTF">2026-03-03T08:49:50Z</dcterms:created>
  <dcterms:modified xsi:type="dcterms:W3CDTF">2026-03-03T08:53:36Z</dcterms:modified>
</cp:coreProperties>
</file>